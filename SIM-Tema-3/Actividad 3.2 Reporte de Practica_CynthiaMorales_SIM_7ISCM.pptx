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9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3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68586-0D0C-5321-E2D0-E2396230A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56F02F-EA89-FCA2-8941-FA8D624D1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EB77F6-B602-20FC-A746-0604E069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F1B832-A150-7E62-1355-4B61F9CD3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3AECF5-81DE-5FE7-E936-1DC3F9692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234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86EE7A-9D7E-A549-7DCD-DBF13F40E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68EEE9-BF00-044D-1F46-90F29456B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E85824-9CA6-8DCD-85F2-CD996782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892DF-DAB4-CABB-F314-E2FDD61B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89E862-86BF-B8D7-08C4-A952ACCD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54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7EB89F-9143-E5D6-49B8-24F55D71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1DD040-F096-F984-3F04-04E4A02DC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59996B-44A0-D226-79D0-6D1FF4373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0ED41B-40A5-7002-A7B7-368015EC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650480-B6D3-48F4-DA89-70CD6737F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2342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439DEB-C0DD-8164-0232-B8EA7B62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5B9B86-B79F-FF57-72FD-FADE3E6A3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D6E76D-E509-E6B4-FB39-B33B52157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72D7F6-F644-F2A9-D4D2-EC2FCF6F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A02812-2C69-7C25-D4B0-BD399666E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F9B824-90EE-A3E6-32D0-AA37D04B8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831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9A0DC-685A-F8A4-6BD0-243349BF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39F7AA-5219-93EB-A81F-FF3F355CB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BCF244-F234-504F-6E33-3E27363D4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DDF0F7A-44FD-7686-FB1D-C8A88B0DF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F79D1B-F878-59F3-580F-02BB54E8BD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330F08B-B6E4-BCEF-ECC2-3C793034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3EB005E-65D1-5435-B84F-85A87B2B7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93DBBD-CD92-0991-4DC1-F925DC8D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411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6E348-78A4-EC2B-3635-871115B0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222D7D-F2B6-73E7-3BC2-D46DC248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E392C3-B03E-5B84-15F6-8DF0DB7A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087B76-3902-8C43-66AA-EA246569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1139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1BDB4B-2F38-D877-992B-A8CFE797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CC8BFAD-8D4E-2FD5-009D-DA9D3665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D38663-1761-EB04-7180-A0CF93E0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979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A6007-AEC8-A0A4-B068-3C6D21D97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35B1EB-A307-5D6D-09C4-54D38B378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A8E4A1-79DE-7E5E-9CF5-AD8287566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532466-7145-A327-C668-59BDD2B1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D15573-28F3-1C93-0AA5-BFE3926A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F7E735-9E2A-C9CE-8884-F3D52AA1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3903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62CA2-A06F-503D-6B3E-3B3B68927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0EA7DD0-58FA-E618-2142-838A9CB23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E40F4D-CA02-54AC-0C86-6ABF660A3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21310EF-9108-7B29-BBF1-C70DF5290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736D95-37DD-50CF-6099-6C2ABD166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BD87B1-4895-7387-BE21-B9A9CD40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470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ADA71-370B-B28E-31B0-E419ED3F3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845B2B-CC0B-331A-0689-592FFAE3E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8D6BD6-5406-C6DD-331B-C23E75CED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BC7868-D0CA-27EC-C8A2-E8A111686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224A1C-0EA4-8CC6-FDC9-1C8832D7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007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32E8EA-1521-1509-2677-C9BDBAA0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BF2517-52BB-5F3F-6F7E-029F483E0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6463DC-AAAC-CFAB-FC99-0ADC79DD8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089C47-1C5B-E8F8-B686-84C3D7A00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F774CF-2E87-FA09-6F0A-C648CE0C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8653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0ABFD4-15B9-30C9-1F67-41DDD8D8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723294-FB62-5231-8488-834701329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B1FFD1-52C8-7862-9128-DDBFF07E0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F3386-1387-48F3-94F9-C6700DFABCF9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7B2939-39F6-2B62-A861-EE4B6BACE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A27243-2D96-3F60-8B37-04693623F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540FC-02A8-42CD-8F27-B4589669D7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211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EEE0675-A3EF-8BF3-373F-A7DE68DB8052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C72910E7-CCEE-12F0-F1A2-DE566B9D8CA5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B9DC3830-4FB3-C587-ABB9-FD4F9539F4EF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8B9CB40-55A1-69B7-73B7-ECB959C56A89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86806E63-2257-8B45-7200-D73D8FA7AB25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E23E8191-C6F5-12C9-A6E2-5BCAA7A23E91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C13DF9A-E332-2702-B7D7-1FA0B2B9CB16}"/>
              </a:ext>
            </a:extLst>
          </p:cNvPr>
          <p:cNvSpPr txBox="1"/>
          <p:nvPr/>
        </p:nvSpPr>
        <p:spPr>
          <a:xfrm>
            <a:off x="2535480" y="1902456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Simulación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3.2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09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0726564A-825B-1E4E-ECE0-167813D5F6E6}"/>
              </a:ext>
            </a:extLst>
          </p:cNvPr>
          <p:cNvSpPr txBox="1"/>
          <p:nvPr/>
        </p:nvSpPr>
        <p:spPr>
          <a:xfrm>
            <a:off x="2199384" y="11497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</p:spTree>
    <p:extLst>
      <p:ext uri="{BB962C8B-B14F-4D97-AF65-F5344CB8AC3E}">
        <p14:creationId xmlns:p14="http://schemas.microsoft.com/office/powerpoint/2010/main" val="421526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377DB-78A8-3984-9CD4-8516BBBD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966B33-4F6A-54E5-0B38-6D75D3DF0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71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2A409-1650-9904-6F00-01F0AE148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AB7D3B-E22E-F940-CFC8-9E4617D9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669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B173C-0EA7-958E-0546-B16B1A97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JAVA- </a:t>
            </a:r>
            <a:r>
              <a:rPr lang="es-MX" dirty="0" err="1"/>
              <a:t>MainApplication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FDE4F6F-D5E5-8BEE-B179-5C5114880A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313" y="1825625"/>
            <a:ext cx="8651374" cy="4351338"/>
          </a:xfrm>
        </p:spPr>
      </p:pic>
    </p:spTree>
    <p:extLst>
      <p:ext uri="{BB962C8B-B14F-4D97-AF65-F5344CB8AC3E}">
        <p14:creationId xmlns:p14="http://schemas.microsoft.com/office/powerpoint/2010/main" val="2622794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DB75D5-AE38-B26D-BB3E-B78CA0E06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3F4653F-A63C-9C83-8159-F5D6295B73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980" y="1825625"/>
            <a:ext cx="8684040" cy="4351338"/>
          </a:xfrm>
        </p:spPr>
      </p:pic>
    </p:spTree>
    <p:extLst>
      <p:ext uri="{BB962C8B-B14F-4D97-AF65-F5344CB8AC3E}">
        <p14:creationId xmlns:p14="http://schemas.microsoft.com/office/powerpoint/2010/main" val="2439816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405F0-1E23-D371-FF24-2962F2F2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8141B86-3CB4-25DB-B7AA-76B9889AEC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007" y="1825625"/>
            <a:ext cx="8697986" cy="4351338"/>
          </a:xfrm>
        </p:spPr>
      </p:pic>
    </p:spTree>
    <p:extLst>
      <p:ext uri="{BB962C8B-B14F-4D97-AF65-F5344CB8AC3E}">
        <p14:creationId xmlns:p14="http://schemas.microsoft.com/office/powerpoint/2010/main" val="248158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93A2A-2B30-D228-E20B-14342576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221042-3496-6BAF-8999-24B262594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825625"/>
            <a:ext cx="8320904" cy="4351338"/>
          </a:xfrm>
        </p:spPr>
      </p:pic>
    </p:spTree>
    <p:extLst>
      <p:ext uri="{BB962C8B-B14F-4D97-AF65-F5344CB8AC3E}">
        <p14:creationId xmlns:p14="http://schemas.microsoft.com/office/powerpoint/2010/main" val="1326163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235C0-0B91-49E2-5077-5BB0F39CE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822CC4-8DFA-B77C-F1BB-3206EEFD1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242" y="1825625"/>
            <a:ext cx="8341515" cy="4351338"/>
          </a:xfrm>
        </p:spPr>
      </p:pic>
    </p:spTree>
    <p:extLst>
      <p:ext uri="{BB962C8B-B14F-4D97-AF65-F5344CB8AC3E}">
        <p14:creationId xmlns:p14="http://schemas.microsoft.com/office/powerpoint/2010/main" val="251899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206F1-C1B7-6C79-12B1-1248E400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67E5892-8247-AD09-DA90-C24EAA106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067" y="1825625"/>
            <a:ext cx="8345866" cy="4351338"/>
          </a:xfrm>
        </p:spPr>
      </p:pic>
    </p:spTree>
    <p:extLst>
      <p:ext uri="{BB962C8B-B14F-4D97-AF65-F5344CB8AC3E}">
        <p14:creationId xmlns:p14="http://schemas.microsoft.com/office/powerpoint/2010/main" val="1835755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954F99-458C-C5B6-B4DA-927C4910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FF8F4A9-240F-3677-1457-1F7069A9E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056" y="1706904"/>
            <a:ext cx="5183709" cy="2710772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1FB2C8-D02C-A609-F2AA-846B2D429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090" y="1690688"/>
            <a:ext cx="5183710" cy="27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40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3CB657-8571-488B-1015-303006CA3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686E02-0C7B-42B3-BAE0-322E01FFA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5611" y="1825625"/>
            <a:ext cx="8240777" cy="4351338"/>
          </a:xfrm>
        </p:spPr>
      </p:pic>
    </p:spTree>
    <p:extLst>
      <p:ext uri="{BB962C8B-B14F-4D97-AF65-F5344CB8AC3E}">
        <p14:creationId xmlns:p14="http://schemas.microsoft.com/office/powerpoint/2010/main" val="2633028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DB2DD-F140-5C44-1A60-CD07E07A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ejecutado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F297D4B-0974-BDCD-CF6F-E361B038A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055" y="1825625"/>
            <a:ext cx="8307889" cy="4351338"/>
          </a:xfrm>
        </p:spPr>
      </p:pic>
    </p:spTree>
    <p:extLst>
      <p:ext uri="{BB962C8B-B14F-4D97-AF65-F5344CB8AC3E}">
        <p14:creationId xmlns:p14="http://schemas.microsoft.com/office/powerpoint/2010/main" val="47362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FEEEC-0F0A-046E-FC62-89A88E48D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python</a:t>
            </a:r>
            <a:endParaRPr lang="es-MX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CDB08EF-FFF5-4B94-EBCF-2A4E21D35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470" y="1825625"/>
            <a:ext cx="8255060" cy="4351338"/>
          </a:xfrm>
        </p:spPr>
      </p:pic>
    </p:spTree>
    <p:extLst>
      <p:ext uri="{BB962C8B-B14F-4D97-AF65-F5344CB8AC3E}">
        <p14:creationId xmlns:p14="http://schemas.microsoft.com/office/powerpoint/2010/main" val="1557644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4C74B-0C21-99F6-2F09-DC759ADBF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86365E8-050D-95E9-DE99-C8F7E8B71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185" y="1825625"/>
            <a:ext cx="8279629" cy="4351338"/>
          </a:xfrm>
        </p:spPr>
      </p:pic>
    </p:spTree>
    <p:extLst>
      <p:ext uri="{BB962C8B-B14F-4D97-AF65-F5344CB8AC3E}">
        <p14:creationId xmlns:p14="http://schemas.microsoft.com/office/powerpoint/2010/main" val="3725319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BA1093-0CCD-D53D-39E2-9091D678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14B898B-1066-6521-B827-76735F086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288" y="1825625"/>
            <a:ext cx="8271423" cy="4351338"/>
          </a:xfrm>
        </p:spPr>
      </p:pic>
    </p:spTree>
    <p:extLst>
      <p:ext uri="{BB962C8B-B14F-4D97-AF65-F5344CB8AC3E}">
        <p14:creationId xmlns:p14="http://schemas.microsoft.com/office/powerpoint/2010/main" val="390160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5797A-0994-2CEE-1528-E7A8EEEC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9438BCA-75AB-94FB-86A0-62A5E696F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067" y="1825625"/>
            <a:ext cx="8345866" cy="4351338"/>
          </a:xfrm>
        </p:spPr>
      </p:pic>
    </p:spTree>
    <p:extLst>
      <p:ext uri="{BB962C8B-B14F-4D97-AF65-F5344CB8AC3E}">
        <p14:creationId xmlns:p14="http://schemas.microsoft.com/office/powerpoint/2010/main" val="1758158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D61C02-2B3A-CBA0-4961-75AF05C4B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ejecutado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81AA7D4-B9A3-61FD-14BA-BB8E727EA2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288" y="1825625"/>
            <a:ext cx="8271423" cy="4351338"/>
          </a:xfrm>
        </p:spPr>
      </p:pic>
    </p:spTree>
    <p:extLst>
      <p:ext uri="{BB962C8B-B14F-4D97-AF65-F5344CB8AC3E}">
        <p14:creationId xmlns:p14="http://schemas.microsoft.com/office/powerpoint/2010/main" val="2007476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882DB-D9DD-4AAC-DB98-60D800B3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EFA4AE3-46D8-12EE-8FD0-3455DE92FB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383" y="1825625"/>
            <a:ext cx="8447233" cy="4351338"/>
          </a:xfrm>
        </p:spPr>
      </p:pic>
    </p:spTree>
    <p:extLst>
      <p:ext uri="{BB962C8B-B14F-4D97-AF65-F5344CB8AC3E}">
        <p14:creationId xmlns:p14="http://schemas.microsoft.com/office/powerpoint/2010/main" val="3674705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0256B-C5E8-7C19-E13B-2740E3E3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AB87E0B-C517-716C-CE7E-3467B18C8E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3067" y="1825625"/>
            <a:ext cx="8345866" cy="4351338"/>
          </a:xfrm>
        </p:spPr>
      </p:pic>
    </p:spTree>
    <p:extLst>
      <p:ext uri="{BB962C8B-B14F-4D97-AF65-F5344CB8AC3E}">
        <p14:creationId xmlns:p14="http://schemas.microsoft.com/office/powerpoint/2010/main" val="1576337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70CD2-7A6F-49A6-85BD-1518D9E3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9CDDD5F-9EDB-9C8E-881D-1A0B67A3E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825625"/>
            <a:ext cx="8320904" cy="4351338"/>
          </a:xfrm>
        </p:spPr>
      </p:pic>
    </p:spTree>
    <p:extLst>
      <p:ext uri="{BB962C8B-B14F-4D97-AF65-F5344CB8AC3E}">
        <p14:creationId xmlns:p14="http://schemas.microsoft.com/office/powerpoint/2010/main" val="4130132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423BA-66B7-91F2-D4DC-772331B3A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ejecutado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F812B6A-E3EE-3389-C9FA-3A66DF6B9E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825625"/>
            <a:ext cx="8320904" cy="4351338"/>
          </a:xfrm>
        </p:spPr>
      </p:pic>
    </p:spTree>
    <p:extLst>
      <p:ext uri="{BB962C8B-B14F-4D97-AF65-F5344CB8AC3E}">
        <p14:creationId xmlns:p14="http://schemas.microsoft.com/office/powerpoint/2010/main" val="10140643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77</Words>
  <Application>Microsoft Office PowerPoint</Application>
  <PresentationFormat>Panorámica</PresentationFormat>
  <Paragraphs>29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JAVA- MainApplication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Ya ejecutado</vt:lpstr>
      <vt:lpstr>python</vt:lpstr>
      <vt:lpstr>Presentación de PowerPoint</vt:lpstr>
      <vt:lpstr>Presentación de PowerPoint</vt:lpstr>
      <vt:lpstr>Presentación de PowerPoint</vt:lpstr>
      <vt:lpstr>ejecutado</vt:lpstr>
      <vt:lpstr>Presentación de PowerPoint</vt:lpstr>
      <vt:lpstr>Presentación de PowerPoint</vt:lpstr>
      <vt:lpstr>Presentación de PowerPoint</vt:lpstr>
      <vt:lpstr>Ya ejecutado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2</cp:revision>
  <dcterms:created xsi:type="dcterms:W3CDTF">2026-09-21T18:46:11Z</dcterms:created>
  <dcterms:modified xsi:type="dcterms:W3CDTF">2026-09-21T19:33:32Z</dcterms:modified>
</cp:coreProperties>
</file>